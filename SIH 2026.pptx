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Arimo Bold" panose="020B0604020202020204" charset="0"/>
      <p:regular r:id="rId11"/>
    </p:embeddedFont>
    <p:embeddedFont>
      <p:font typeface="Garamond Bold" panose="02020804030307010803" pitchFamily="18" charset="0"/>
      <p:regular r:id="rId12"/>
      <p:bold r:id="rId13"/>
    </p:embeddedFont>
    <p:embeddedFont>
      <p:font typeface="Times New Roman Bold" panose="02020803070505020304" pitchFamily="18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bpe6wt9eH_fQb-uZKe99LdyhYz-LpZi9?usp=drive_link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2333" y="2573817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959969" y="990067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2564292"/>
            <a:ext cx="8403466" cy="645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8"/>
              </a:lnSpc>
            </a:pPr>
            <a:endParaRPr/>
          </a:p>
          <a:p>
            <a:pPr marL="464266" lvl="1" indent="-232133" algn="just">
              <a:lnSpc>
                <a:spcPts val="6156"/>
              </a:lnSpc>
              <a:buFont typeface="Arial"/>
              <a:buChar char="•"/>
            </a:pPr>
            <a:r>
              <a:rPr lang="en-US" sz="256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</a:t>
            </a:r>
          </a:p>
          <a:p>
            <a:pPr marL="463940" lvl="1" indent="-231970" algn="just">
              <a:lnSpc>
                <a:spcPts val="6156"/>
              </a:lnSpc>
              <a:buFont typeface="Arial"/>
              <a:buChar char="•"/>
            </a:pPr>
            <a:r>
              <a:rPr lang="en-US" sz="256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Title-AI-Based Verification and Routing System for Crop Insurance Claims under PMFBY</a:t>
            </a:r>
          </a:p>
          <a:p>
            <a:pPr marL="464266" lvl="1" indent="-232133" algn="just">
              <a:lnSpc>
                <a:spcPts val="6156"/>
              </a:lnSpc>
              <a:buFont typeface="Arial"/>
              <a:buChar char="•"/>
            </a:pPr>
            <a:r>
              <a:rPr lang="en-US" sz="256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Theme-Smart Automation</a:t>
            </a:r>
          </a:p>
          <a:p>
            <a:pPr marL="464266" lvl="1" indent="-232133" algn="just">
              <a:lnSpc>
                <a:spcPts val="6156"/>
              </a:lnSpc>
              <a:buFont typeface="Arial"/>
              <a:buChar char="•"/>
            </a:pPr>
            <a:r>
              <a:rPr lang="en-US" sz="256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- Software</a:t>
            </a:r>
          </a:p>
          <a:p>
            <a:pPr marL="464266" lvl="1" indent="-232133" algn="just">
              <a:lnSpc>
                <a:spcPts val="6156"/>
              </a:lnSpc>
              <a:buFont typeface="Arial"/>
              <a:buChar char="•"/>
            </a:pPr>
            <a:r>
              <a:rPr lang="en-US" sz="256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marL="464266" lvl="1" indent="-232133" algn="just">
              <a:lnSpc>
                <a:spcPts val="6156"/>
              </a:lnSpc>
              <a:buFont typeface="Arial"/>
              <a:buChar char="•"/>
            </a:pPr>
            <a:r>
              <a:rPr lang="en-US" sz="256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3519380" y="8686896"/>
            <a:ext cx="1845617" cy="32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7"/>
              </a:lnSpc>
              <a:spcBef>
                <a:spcPct val="0"/>
              </a:spcBef>
            </a:pPr>
            <a:r>
              <a:rPr lang="en-US" sz="2114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Team Cadbury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808" y="60376"/>
            <a:ext cx="18189903" cy="10231820"/>
          </a:xfrm>
          <a:custGeom>
            <a:avLst/>
            <a:gdLst/>
            <a:ahLst/>
            <a:cxnLst/>
            <a:rect l="l" t="t" r="r" b="b"/>
            <a:pathLst>
              <a:path w="18189903" h="10231820">
                <a:moveTo>
                  <a:pt x="0" y="0"/>
                </a:moveTo>
                <a:lnTo>
                  <a:pt x="18189902" y="0"/>
                </a:lnTo>
                <a:lnTo>
                  <a:pt x="18189902" y="10231820"/>
                </a:lnTo>
                <a:lnTo>
                  <a:pt x="0" y="10231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E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98430"/>
          </a:xfrm>
          <a:custGeom>
            <a:avLst/>
            <a:gdLst/>
            <a:ahLst/>
            <a:cxnLst/>
            <a:rect l="l" t="t" r="r" b="b"/>
            <a:pathLst>
              <a:path w="18288000" h="10298430">
                <a:moveTo>
                  <a:pt x="0" y="0"/>
                </a:moveTo>
                <a:lnTo>
                  <a:pt x="18288000" y="0"/>
                </a:lnTo>
                <a:lnTo>
                  <a:pt x="18288000" y="10298430"/>
                </a:lnTo>
                <a:lnTo>
                  <a:pt x="0" y="102984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D1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550" y="0"/>
            <a:ext cx="18247450" cy="10287000"/>
          </a:xfrm>
          <a:custGeom>
            <a:avLst/>
            <a:gdLst/>
            <a:ahLst/>
            <a:cxnLst/>
            <a:rect l="l" t="t" r="r" b="b"/>
            <a:pathLst>
              <a:path w="18247450" h="1028700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F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67703" cy="10287000"/>
          </a:xfrm>
          <a:custGeom>
            <a:avLst/>
            <a:gdLst/>
            <a:ahLst/>
            <a:cxnLst/>
            <a:rect l="l" t="t" r="r" b="b"/>
            <a:pathLst>
              <a:path w="18267703" h="10287000">
                <a:moveTo>
                  <a:pt x="0" y="0"/>
                </a:moveTo>
                <a:lnTo>
                  <a:pt x="18267703" y="0"/>
                </a:lnTo>
                <a:lnTo>
                  <a:pt x="1826770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4487" y="0"/>
            <a:ext cx="15430500" cy="10287000"/>
          </a:xfrm>
          <a:custGeom>
            <a:avLst/>
            <a:gdLst/>
            <a:ahLst/>
            <a:cxnLst/>
            <a:rect l="l" t="t" r="r" b="b"/>
            <a:pathLst>
              <a:path w="15430500" h="102870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hlinkClick r:id="rId3" tooltip="https://drive.google.com/drive/folders/1bpe6wt9eH_fQb-uZKe99LdyhYz-LpZi9?usp=drive_link"/>
          </p:cNvPr>
          <p:cNvSpPr/>
          <p:nvPr/>
        </p:nvSpPr>
        <p:spPr>
          <a:xfrm>
            <a:off x="13704951" y="8667970"/>
            <a:ext cx="2674695" cy="1215771"/>
          </a:xfrm>
          <a:custGeom>
            <a:avLst/>
            <a:gdLst/>
            <a:ahLst/>
            <a:cxnLst/>
            <a:rect l="l" t="t" r="r" b="b"/>
            <a:pathLst>
              <a:path w="2674695" h="1215771">
                <a:moveTo>
                  <a:pt x="0" y="0"/>
                </a:moveTo>
                <a:lnTo>
                  <a:pt x="2674696" y="0"/>
                </a:lnTo>
                <a:lnTo>
                  <a:pt x="2674696" y="1215771"/>
                </a:lnTo>
                <a:lnTo>
                  <a:pt x="0" y="12157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Custom</PresentationFormat>
  <Paragraphs>20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 Bold</vt:lpstr>
      <vt:lpstr>Arimo Bold</vt:lpstr>
      <vt:lpstr>Times New Roman Bold</vt:lpstr>
      <vt:lpstr>Garamond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SIH2026-IDEA-Presentation-Format (4).pptx</dc:title>
  <dc:creator>Divyansh Kaushik</dc:creator>
  <cp:lastModifiedBy>Divyansh Kaushik</cp:lastModifiedBy>
  <cp:revision>1</cp:revision>
  <dcterms:created xsi:type="dcterms:W3CDTF">2006-08-16T00:00:00Z</dcterms:created>
  <dcterms:modified xsi:type="dcterms:W3CDTF">2026-08-20T19:43:37Z</dcterms:modified>
  <dc:identifier>DAHSSOtDAu4</dc:identifier>
</cp:coreProperties>
</file>